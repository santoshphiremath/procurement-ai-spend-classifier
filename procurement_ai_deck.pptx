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B3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2B3C"/>
                </a:solidFill>
                <a:latin typeface="Cambria"/>
              </a:rPr>
              <a:t>Verification results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Category
accuracy</c:v>
                  </c:pt>
                  <c:pt idx="1">
                    <c:v>Messy labels
fixed</c:v>
                  </c:pt>
                  <c:pt idx="2">
                    <c:v>Duplicates
caught</c:v>
                  </c:pt>
                  <c:pt idx="3">
                    <c:v>Price outliers
caught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99.6</c:v>
                </c:pt>
                <c:pt idx="1">
                  <c:v>99.8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624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4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Spend Classification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 Quality for Procurement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messy purchase-order data into a usable spend view — with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Hiremath  |  Illustrative project on synthetic data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spend data is rarely clean enough to act 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 lines had a missing 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spend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4340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invoice line pairs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overpayment risk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36676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outliers 5–6×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price for that item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managers and sourcing teams can't build a reliable spend view, run supplier analysis, or catch overpayments when the underlying data looks like this — and cleaning it by hand doesn't scale.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Spend Classification &amp; Data-Quality AI Tool — Illustrative synthetic-data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use case: classify spend from the one field that's reliable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description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field — always present, even when the category label is missing or wrong.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20574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classification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 model trained on manually-labeled examples predicts the spend category.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Usable spend view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item gets a consistent, reliable category — ready for reporting and analysis.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2B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flags likely duplicate invoice lines and price outliers within a category — a second, related use case built on the same clean spend view, aimed directly at overpayment and pricing-error risk.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Spend Classification &amp; Data-Quality AI Tool — Illustrative synthetic-data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verified against known outcomes, not just “it ran”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903720" y="18105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2"/>
          <p:cNvSpPr/>
          <p:nvPr/>
        </p:nvSpPr>
        <p:spPr>
          <a:xfrm>
            <a:off x="7178040" y="1664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4,214 synthetic PO lines, 6 spend categories, 15 suppliers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903720" y="258775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7178040" y="24414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held-out accuracy — deliberately not 100%, to stay realistic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903720" y="33649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32186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injected duplicate pairs and 3 injected price outliers caught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903720" y="414223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178040" y="39959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automated tests validate results against known ground truth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Spend Classification &amp; Data-Quality AI Tool — Illustrative synthetic-data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good verification actually found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detection gap, found and fixed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Injecting outliers into a too-small data group let the outliers themselves skew the baseline, hiding 2 of 3 from detection. Fixed by requiring a larger comparison group — which also matches how a category manager would actually want this to 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flagged “duplicate” that was a genuine coincidence, not a bug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unrelated purchase records legitimately matched on every field by chance. The tool surfaces this rather than hiding it, because a category manager reviewing flagged duplicates faces exactly this same judgment call.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Spend Classification &amp; Data-Quality AI Tool — Illustrative synthetic-data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pattern, not just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real, messy business problem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that genuinely works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against known outcomes, not assumptions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clearly to a non-technical audience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663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synthetic-data illustration of the approach I'd bring to translating procurement's AI use cases into working tools — not a claim of prior procurement-domain experience.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Hiremath  |  santoshhiremath.de@gmail.com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2026-08-10T10:02:46Z</dcterms:created>
  <dcterms:modified xsi:type="dcterms:W3CDTF">2026-08-10T10:02:46Z</dcterms:modified>
</cp:coreProperties>
</file>